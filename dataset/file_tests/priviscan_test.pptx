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PriviScan File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Name: Anish Kandel</a:t>
            </a:r>
          </a:p>
          <a:p>
            <a:r>
              <a:t>Email: anish.kandel@example.com</a:t>
            </a:r>
          </a:p>
          <a:p>
            <a:r>
              <a:t>Phone: +82 10-1234-5678</a:t>
            </a:r>
          </a:p>
          <a:p>
            <a:r>
              <a:t>Address: 123 Example Street, Seoul</a:t>
            </a:r>
          </a:p>
          <a:p>
            <a:r>
              <a:t>Student ID: 2024891090</a:t>
            </a:r>
          </a:p>
          <a:p>
            <a:r>
              <a:t>Employee ID: EMP202489</a:t>
            </a:r>
          </a:p>
          <a:p>
            <a:r>
              <a:t>Government ID: P123456789</a:t>
            </a:r>
          </a:p>
          <a:p>
            <a:r>
              <a:t>Account Number: 123456789012</a:t>
            </a:r>
          </a:p>
          <a:p>
            <a:r>
              <a:t>Password: MySecretPassword123</a:t>
            </a:r>
          </a:p>
          <a:p>
            <a:r>
              <a:t>API Key: sk-test-123456789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Sensitive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Email: anish.kandel@example.com</a:t>
            </a:r>
          </a:p>
          <a:p>
            <a:r>
              <a:t>Phone: +82 10-1234-5678</a:t>
            </a:r>
          </a:p>
          <a:p>
            <a:r>
              <a:t>Student ID: 2024891090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